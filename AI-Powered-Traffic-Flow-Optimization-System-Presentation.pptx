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49359-FFDA-4D36-A128-7A0269EC06C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31EB0-FD41-4145-8F02-E28256569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34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F31EB0-FD41-4145-8F02-E28256569F0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786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AC65B-9CA2-688C-1AE6-5462F5AC6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8CEBA-18F0-F9F9-16BC-F4BB9D6FC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ADCB5-F6A9-2CB3-0447-ED0548832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EDFF-3942-4B34-A5C6-57BCECB19C4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7A185-06C0-95E3-1CD6-405AD2AE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89605-6442-BB27-0316-CCCBF331C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02A4-4829-493D-A091-E519C36EC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731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E919D-2337-29B7-9BD9-46EA2358E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00DFD-2729-7E3F-A524-5DC4AB5A3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A4BF0-EF26-13E2-E7E1-20F3FCFCB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EDFF-3942-4B34-A5C6-57BCECB19C4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1034B-72DD-A43C-AA0D-EC2041268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09583-C639-90D9-F0F1-68C3C7EF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02A4-4829-493D-A091-E519C36EC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93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D0504-FF85-9987-97D1-EC14ABB4C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AFD86-5E4B-FE35-56FD-ADA9718B6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23351-3321-D98E-A410-9A11FCA8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EDFF-3942-4B34-A5C6-57BCECB19C4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6F483-0075-9543-67BD-3124C10F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8325B-4C72-95A8-4FFF-BE0F5ADBF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02A4-4829-493D-A091-E519C36EC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034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31B80-453E-07CC-CA26-C0801EDC8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D17EE-59FD-AE54-3F01-7677959A2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CCCBA-5DD2-8E1A-5BFE-5C7FCD83E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95AE3-95A9-08D2-DC82-92A269C9A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EDFF-3942-4B34-A5C6-57BCECB19C4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6FC07-3774-0EDC-4ED0-85DE14C6A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FF326-FFF4-163B-7397-233E73AE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02A4-4829-493D-A091-E519C36EC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65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C1238-0838-C1F3-5FDB-F5236F26C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AEBA4-1833-2945-59D1-838C66CC3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2F260-75C5-D220-27D8-7C030B8E6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3B8224-6DB5-E8AF-3CDB-C6C822494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8F2A07-4551-C434-6EE1-BCA0F48DB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AC40A7-C8A7-D1A4-DF59-AD7657F9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EDFF-3942-4B34-A5C6-57BCECB19C4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C6019D-3249-76CF-3FAE-128F346E1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FBD459-0A0D-2374-C163-F92739DD3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02A4-4829-493D-A091-E519C36EC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520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3CF68-524E-4F98-6BD3-2C2BF7BD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25B0F4-EFC9-252B-3586-6FFB6BAF7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EDFF-3942-4B34-A5C6-57BCECB19C4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99E5A-1DDA-17D2-4E19-300F60A8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73F66-F83D-DE7A-2124-1DDB2E78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02A4-4829-493D-A091-E519C36EC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456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5D3678-38C0-C6BF-A73C-28A3BB9FE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EDFF-3942-4B34-A5C6-57BCECB19C4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04861-9591-6B17-7310-866461E9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2A7D8-A1DC-4D23-2A4D-3177EDD1C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02A4-4829-493D-A091-E519C36EC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117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8082-C625-C3B5-110C-DA97C3263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960D0-682D-07E5-BEC6-5CB2750BA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380EB0-BED8-C863-EA6A-EC39BF813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2C099-D5C9-3FA6-7E5B-C48475465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EDFF-3942-4B34-A5C6-57BCECB19C4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765E4-CB76-B65F-0DEA-6FAF95D7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D221E-0EED-E994-30DA-91F47348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02A4-4829-493D-A091-E519C36EC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5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7D4F7-70C3-5700-6431-03CE583DE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8E24A-A0B3-24EA-DD22-A7FD79358FC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655FC-C96E-BAF1-3855-5C5456EBE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A2B46-A553-D93D-2AD9-7E404CBB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EDFF-3942-4B34-A5C6-57BCECB19C4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CA077-A29A-35DA-16B5-B8E41520A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C56C5-4D39-0B85-3FA5-1D04740B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02A4-4829-493D-A091-E519C36EC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66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3AC9-07B1-DDDF-3B66-71CC07D4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91C48-D606-88F5-0C3D-966EA48F4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8E9FB-C0E7-7F42-1A77-FABAB75B0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EDFF-3942-4B34-A5C6-57BCECB19C4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19246-1576-ECC4-7823-058B53917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E8840-AEE4-BB7A-5D71-AAAC8D62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02A4-4829-493D-A091-E519C36EC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323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F1933-EF6E-1ADC-9CA2-51E9FCDE2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91A8A-B221-D9D6-A26C-06F4CEDC6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BA9F8-8CC6-42EC-6599-1FF639B3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EDFF-3942-4B34-A5C6-57BCECB19C4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67C77-EF34-953D-685B-FE11AFC53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97361-B399-8C7C-C1A2-CB22C6CC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02A4-4829-493D-A091-E519C36EC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787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9B4EF-72DC-EE1F-E2C6-3BC1B7257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B4226-8B4A-C856-3F8E-5641366A4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3249A-3109-4095-6E61-716CE46CDF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DCEDFF-3942-4B34-A5C6-57BCECB19C4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31948-1C5E-AD57-E49A-5127F50D6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02B5D-9ACA-6DA8-C273-54B1BDD9A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DE02A4-4829-493D-A091-E519C36EC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04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37A393-093F-D47E-7652-4F0C20D9918E}"/>
              </a:ext>
            </a:extLst>
          </p:cNvPr>
          <p:cNvSpPr txBox="1"/>
          <p:nvPr/>
        </p:nvSpPr>
        <p:spPr>
          <a:xfrm>
            <a:off x="393290" y="196645"/>
            <a:ext cx="1214283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Arial Black" panose="020B0A04020102020204" pitchFamily="34" charset="0"/>
              </a:rPr>
              <a:t>                                   AI-POWERED TRAFFIC FLOW OPTIMIZATION SYSTEM</a:t>
            </a:r>
          </a:p>
          <a:p>
            <a:pPr algn="just"/>
            <a:endParaRPr lang="en-IN" b="1" dirty="0">
              <a:latin typeface="Arial Black" panose="020B0A04020102020204" pitchFamily="34" charset="0"/>
            </a:endParaRPr>
          </a:p>
          <a:p>
            <a:r>
              <a:rPr lang="en-IN" dirty="0">
                <a:latin typeface="Arial Rounded MT Bold" panose="020F0704030504030204" pitchFamily="34" charset="0"/>
              </a:rPr>
              <a:t>Congestion Reduction and Adaptive Traffic Signal Timing Using YOLO and SUMO Simulation</a:t>
            </a:r>
          </a:p>
          <a:p>
            <a:endParaRPr lang="en-IN" dirty="0"/>
          </a:p>
          <a:p>
            <a:r>
              <a:rPr lang="en-IN" b="1" dirty="0"/>
              <a:t>Submitted by:</a:t>
            </a:r>
            <a:br>
              <a:rPr lang="en-IN" b="1" dirty="0"/>
            </a:br>
            <a:r>
              <a:rPr lang="en-IN" dirty="0"/>
              <a:t>V. Vishnu Lavanya Supraja</a:t>
            </a:r>
          </a:p>
          <a:p>
            <a:br>
              <a:rPr lang="en-IN" dirty="0"/>
            </a:br>
            <a:r>
              <a:rPr lang="en-IN" b="1" dirty="0"/>
              <a:t>Roll No.: </a:t>
            </a:r>
            <a:r>
              <a:rPr lang="en-IN" dirty="0"/>
              <a:t>24F01A4264</a:t>
            </a:r>
          </a:p>
          <a:p>
            <a:r>
              <a:rPr lang="en-IN" b="1" dirty="0"/>
              <a:t>Department of CSE-AIML</a:t>
            </a:r>
          </a:p>
          <a:p>
            <a:br>
              <a:rPr lang="en-IN" dirty="0"/>
            </a:br>
            <a:r>
              <a:rPr lang="en-IN" b="1" dirty="0"/>
              <a:t>St. Ann's College of Engineering and Technology, Autonomous</a:t>
            </a:r>
          </a:p>
          <a:p>
            <a:r>
              <a:rPr lang="en-IN" b="1" dirty="0"/>
              <a:t>Academic Year: </a:t>
            </a:r>
            <a:r>
              <a:rPr lang="en-IN" dirty="0"/>
              <a:t>2026–2027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dirty="0"/>
          </a:p>
        </p:txBody>
      </p:sp>
      <p:pic>
        <p:nvPicPr>
          <p:cNvPr id="3" name="Picture 2" descr="AI generated image">
            <a:extLst>
              <a:ext uri="{FF2B5EF4-FFF2-40B4-BE49-F238E27FC236}">
                <a16:creationId xmlns:a16="http://schemas.microsoft.com/office/drawing/2014/main" id="{4A5413A4-29D4-2339-6742-158EB00EA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155" y="3680581"/>
            <a:ext cx="4365522" cy="237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54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4B850B-C4C0-F7D7-2ACC-F45F086218F7}"/>
              </a:ext>
            </a:extLst>
          </p:cNvPr>
          <p:cNvSpPr txBox="1"/>
          <p:nvPr/>
        </p:nvSpPr>
        <p:spPr>
          <a:xfrm>
            <a:off x="226141" y="167148"/>
            <a:ext cx="117692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Introduction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Traffic congestion is a major problem in urban areas.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Increasing vehicle numbers lead to delays, fuel consumption and vehicle waiting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Traditional traffic signals generally use fixed timing plans.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Fixed timings may not respond effectively to changing traffic conditions.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AI and computer vision can help </a:t>
            </a:r>
            <a:r>
              <a:rPr lang="en-IN" dirty="0" err="1"/>
              <a:t>analyze</a:t>
            </a:r>
            <a:r>
              <a:rPr lang="en-IN" dirty="0"/>
              <a:t> traffic conditions and support adaptive signal control.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This project combines </a:t>
            </a:r>
            <a:r>
              <a:rPr lang="en-IN" b="1" dirty="0"/>
              <a:t>YOLO11n, vehicle counting, congestion classification, adaptive signal timing and SUMO simulation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lvl="0"/>
            <a:endParaRPr lang="en-IN" dirty="0"/>
          </a:p>
        </p:txBody>
      </p:sp>
      <p:pic>
        <p:nvPicPr>
          <p:cNvPr id="4" name="Picture 3" descr="9,380 Intersection Traffic Jam Stock Photos and High-Res ...">
            <a:extLst>
              <a:ext uri="{FF2B5EF4-FFF2-40B4-BE49-F238E27FC236}">
                <a16:creationId xmlns:a16="http://schemas.microsoft.com/office/drawing/2014/main" id="{13530BF0-5536-3D99-28CF-60DECC92B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509" y="3785420"/>
            <a:ext cx="5309419" cy="232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832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11A6AF-9C85-E1C2-04A2-54F266A9EE33}"/>
              </a:ext>
            </a:extLst>
          </p:cNvPr>
          <p:cNvSpPr txBox="1"/>
          <p:nvPr/>
        </p:nvSpPr>
        <p:spPr>
          <a:xfrm>
            <a:off x="108156" y="117987"/>
            <a:ext cx="11916696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</a:t>
            </a:r>
          </a:p>
          <a:p>
            <a:r>
              <a:rPr lang="en-IN" b="1" dirty="0"/>
              <a:t>Existing fixed-time traffic signals have a major </a:t>
            </a:r>
            <a:r>
              <a:rPr lang="en-IN" b="1" dirty="0" err="1"/>
              <a:t>limitation:</a:t>
            </a:r>
            <a:r>
              <a:rPr lang="en-IN" dirty="0" err="1"/>
              <a:t>They</a:t>
            </a:r>
            <a:r>
              <a:rPr lang="en-IN" dirty="0"/>
              <a:t> cannot dynamically respond to changing traffic demand.</a:t>
            </a:r>
          </a:p>
          <a:p>
            <a:endParaRPr lang="en-IN" dirty="0"/>
          </a:p>
          <a:p>
            <a:r>
              <a:rPr lang="en-IN" b="1" dirty="0"/>
              <a:t>Problems: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Same or similar green time may be given to different traffic directions.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Lightly loaded roads may receive unnecessary green time.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Congested roads may continue to experience long queues.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Vehicle waiting time can increase.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Real-time traffic information is not effectively utilized. </a:t>
            </a:r>
          </a:p>
          <a:p>
            <a:r>
              <a:rPr lang="en-IN" b="1" dirty="0"/>
              <a:t>Our Approach:</a:t>
            </a:r>
          </a:p>
          <a:p>
            <a:r>
              <a:rPr lang="en-IN" b="1" dirty="0"/>
              <a:t>     Detect → Count → Analyse → Adapt Signal Timing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CFE08D-763A-C165-AC50-83BE34794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310" y="3529780"/>
            <a:ext cx="7059561" cy="322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48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D4DD17-E56F-5C67-A325-48D7F1EC6C82}"/>
              </a:ext>
            </a:extLst>
          </p:cNvPr>
          <p:cNvSpPr txBox="1"/>
          <p:nvPr/>
        </p:nvSpPr>
        <p:spPr>
          <a:xfrm>
            <a:off x="255639" y="157316"/>
            <a:ext cx="1152340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Project Objectives: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Detect vehicles from traffic video using a pretrained YOLO model.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Count cars, motorcycles, buses and trucks.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Classify traffic into </a:t>
            </a:r>
            <a:r>
              <a:rPr lang="en-IN" b="1" dirty="0"/>
              <a:t>LOW, MEDIUM and HIGH</a:t>
            </a:r>
            <a:r>
              <a:rPr lang="en-IN" dirty="0"/>
              <a:t> congestion.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Select suitable green-light duration.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Connect Python traffic logic with SUMO using </a:t>
            </a:r>
            <a:r>
              <a:rPr lang="en-IN" b="1" dirty="0" err="1"/>
              <a:t>TraCI</a:t>
            </a:r>
            <a:r>
              <a:rPr lang="en-IN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Compare fixed and adaptive signal behaviour.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Measure waiting-time results from the simulation.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🎥 Video → 🤖 YOLO → 🚗 Count → 📊 Congestion → 🚦 Signal → 🖥️ SUMO → 📈 Results</a:t>
            </a:r>
          </a:p>
          <a:p>
            <a:pPr lvl="0"/>
            <a:endParaRPr lang="en-IN" b="1" dirty="0"/>
          </a:p>
          <a:p>
            <a:pPr lvl="0"/>
            <a:endParaRPr lang="en-IN" b="1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7B9855-7B52-4817-43B1-585E81D78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124" y="3205316"/>
            <a:ext cx="5137434" cy="302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2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2760DC-63B0-2670-BD70-A1BB35621378}"/>
              </a:ext>
            </a:extLst>
          </p:cNvPr>
          <p:cNvSpPr txBox="1"/>
          <p:nvPr/>
        </p:nvSpPr>
        <p:spPr>
          <a:xfrm>
            <a:off x="226142" y="117986"/>
            <a:ext cx="1170038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Proposed AI-Based System:</a:t>
            </a:r>
          </a:p>
          <a:p>
            <a:r>
              <a:rPr lang="en-IN" dirty="0"/>
              <a:t>The proposed system uses AI and computer vision to make traffic signal control more adaptive.</a:t>
            </a:r>
          </a:p>
          <a:p>
            <a:endParaRPr lang="en-IN" dirty="0"/>
          </a:p>
          <a:p>
            <a:r>
              <a:rPr lang="en-IN" b="1" dirty="0"/>
              <a:t>Main Process:</a:t>
            </a:r>
          </a:p>
          <a:p>
            <a:endParaRPr lang="en-IN" b="1" dirty="0"/>
          </a:p>
          <a:p>
            <a:r>
              <a:rPr lang="en-IN" b="1" dirty="0"/>
              <a:t>Traffic Video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YOLO11n Vehicle Detection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Vehicle Counting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Congestion Classification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Adaptive Green-Time Selection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SUMO Simulation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Performance Evaluation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88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3EDD73-08CF-CBA2-BC41-8F4BB29F0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879565"/>
              </p:ext>
            </p:extLst>
          </p:nvPr>
        </p:nvGraphicFramePr>
        <p:xfrm>
          <a:off x="838200" y="1868129"/>
          <a:ext cx="10515600" cy="3596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292573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12209009"/>
                    </a:ext>
                  </a:extLst>
                </a:gridCol>
              </a:tblGrid>
              <a:tr h="449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810882"/>
                  </a:ext>
                </a:extLst>
              </a:tr>
              <a:tr h="449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Processing and control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1141681"/>
                  </a:ext>
                </a:extLst>
              </a:tr>
              <a:tr h="449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YOLO11n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Vehicle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0157839"/>
                  </a:ext>
                </a:extLst>
              </a:tr>
              <a:tr h="449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Video/computer vision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956108"/>
                  </a:ext>
                </a:extLst>
              </a:tr>
              <a:tr h="449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PyTorch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Deep-learning framework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5472435"/>
                  </a:ext>
                </a:extLst>
              </a:tr>
              <a:tr h="449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Traffic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73002"/>
                  </a:ext>
                </a:extLst>
              </a:tr>
              <a:tr h="449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Python–SUMO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3939852"/>
                  </a:ext>
                </a:extLst>
              </a:tr>
              <a:tr h="449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 Studio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7651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4EC2317-7B53-E049-6340-C07A9D438E94}"/>
              </a:ext>
            </a:extLst>
          </p:cNvPr>
          <p:cNvSpPr txBox="1"/>
          <p:nvPr/>
        </p:nvSpPr>
        <p:spPr>
          <a:xfrm>
            <a:off x="707923" y="707923"/>
            <a:ext cx="10343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Technologies &amp; Tools</a:t>
            </a:r>
          </a:p>
        </p:txBody>
      </p:sp>
    </p:spTree>
    <p:extLst>
      <p:ext uri="{BB962C8B-B14F-4D97-AF65-F5344CB8AC3E}">
        <p14:creationId xmlns:p14="http://schemas.microsoft.com/office/powerpoint/2010/main" val="262859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92EFE7-B684-9171-ED8F-1C532F434D57}"/>
              </a:ext>
            </a:extLst>
          </p:cNvPr>
          <p:cNvSpPr txBox="1"/>
          <p:nvPr/>
        </p:nvSpPr>
        <p:spPr>
          <a:xfrm>
            <a:off x="294967" y="226143"/>
            <a:ext cx="1162172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YOLO VEHICLE DETECTION: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Vehicle Detection Using YOLO11n: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project uses the </a:t>
            </a:r>
            <a:r>
              <a:rPr lang="en-IN" b="1" dirty="0"/>
              <a:t>pretrained YOLO11n model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YOLO detects objects in individual traffic-video frames.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Bounding boxes and class information are generated.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Relevant vehicle classes are counted.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Traffic lights and other non-vehicle objects are excluded from the vehicle count. </a:t>
            </a:r>
          </a:p>
          <a:p>
            <a:pPr>
              <a:buNone/>
            </a:pPr>
            <a:r>
              <a:rPr lang="en-IN" b="1" dirty="0"/>
              <a:t>Vehicle Classes:</a:t>
            </a:r>
          </a:p>
          <a:p>
            <a:pPr>
              <a:buNone/>
            </a:pPr>
            <a:r>
              <a:rPr lang="en-IN" dirty="0"/>
              <a:t>🚗 Car</a:t>
            </a:r>
            <a:br>
              <a:rPr lang="en-IN" dirty="0"/>
            </a:br>
            <a:r>
              <a:rPr lang="en-IN" dirty="0"/>
              <a:t>🏍️ Motorcycle</a:t>
            </a:r>
            <a:br>
              <a:rPr lang="en-IN" dirty="0"/>
            </a:br>
            <a:r>
              <a:rPr lang="en-IN" dirty="0"/>
              <a:t>🚌 Bus</a:t>
            </a:r>
            <a:br>
              <a:rPr lang="en-IN" dirty="0"/>
            </a:br>
            <a:r>
              <a:rPr lang="en-IN" dirty="0"/>
              <a:t>🚚 Truck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8467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A52C22-E98B-2C1C-FC6A-DFDE3049BC5E}"/>
              </a:ext>
            </a:extLst>
          </p:cNvPr>
          <p:cNvSpPr txBox="1"/>
          <p:nvPr/>
        </p:nvSpPr>
        <p:spPr>
          <a:xfrm>
            <a:off x="393290" y="294968"/>
            <a:ext cx="115529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CONGESTION CLASSIFICATION:</a:t>
            </a:r>
          </a:p>
          <a:p>
            <a:endParaRPr lang="en-IN" b="1" dirty="0"/>
          </a:p>
          <a:p>
            <a:r>
              <a:rPr lang="en-IN" b="1" dirty="0"/>
              <a:t>Traffic Congestion Classification:</a:t>
            </a:r>
          </a:p>
          <a:p>
            <a:endParaRPr lang="en-IN" b="1" dirty="0"/>
          </a:p>
          <a:p>
            <a:r>
              <a:rPr lang="en-IN" dirty="0"/>
              <a:t>The detected vehicle count is converted into a traffic-congestion level.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3825DD-FA31-39B1-5D48-C21598B74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412806"/>
              </p:ext>
            </p:extLst>
          </p:nvPr>
        </p:nvGraphicFramePr>
        <p:xfrm>
          <a:off x="484239" y="2290916"/>
          <a:ext cx="10515600" cy="32348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5228248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979504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04552844"/>
                    </a:ext>
                  </a:extLst>
                </a:gridCol>
              </a:tblGrid>
              <a:tr h="808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Vehicle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Green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662016"/>
                  </a:ext>
                </a:extLst>
              </a:tr>
              <a:tr h="808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0–5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 sec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829409"/>
                  </a:ext>
                </a:extLst>
              </a:tr>
              <a:tr h="808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 sec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63381"/>
                  </a:ext>
                </a:extLst>
              </a:tr>
              <a:tr h="808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60 sec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0604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8139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36376F-DEE3-0B06-CA36-914835DBD2D2}"/>
              </a:ext>
            </a:extLst>
          </p:cNvPr>
          <p:cNvSpPr txBox="1"/>
          <p:nvPr/>
        </p:nvSpPr>
        <p:spPr>
          <a:xfrm>
            <a:off x="245807" y="206476"/>
            <a:ext cx="10864645" cy="923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SUMO SIMULATION:</a:t>
            </a:r>
          </a:p>
          <a:p>
            <a:r>
              <a:rPr lang="en-IN" b="1" dirty="0"/>
              <a:t>Traffic Simulation Using SUMO:</a:t>
            </a:r>
          </a:p>
          <a:p>
            <a:r>
              <a:rPr lang="en-IN" b="1" dirty="0"/>
              <a:t>SUMO — Simulation of Urban Mobility: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 four-way intersection was created.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 traffic signal was placed at the </a:t>
            </a:r>
            <a:r>
              <a:rPr lang="en-IN" dirty="0" err="1"/>
              <a:t>center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Four main traffic directions were simulated.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Vehicle flows were generated for </a:t>
            </a:r>
            <a:r>
              <a:rPr lang="en-IN" b="1" dirty="0"/>
              <a:t>300 seconds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Python communicates with SUMO using </a:t>
            </a:r>
            <a:r>
              <a:rPr lang="en-IN" b="1" dirty="0" err="1"/>
              <a:t>TraCI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Signal timing can be modified during the simulation.</a:t>
            </a:r>
          </a:p>
          <a:p>
            <a:r>
              <a:rPr lang="en-IN" b="1" dirty="0"/>
              <a:t>ADAPTIVE SIGNAL CONTROL:</a:t>
            </a:r>
          </a:p>
          <a:p>
            <a:endParaRPr lang="en-IN" b="1" dirty="0"/>
          </a:p>
          <a:p>
            <a:r>
              <a:rPr lang="en-IN" b="1" dirty="0"/>
              <a:t>Adaptive Traffic Signal Logic: </a:t>
            </a:r>
            <a:r>
              <a:rPr lang="en-IN" dirty="0"/>
              <a:t>The system changes the green-light duration according to traffic conditions.</a:t>
            </a:r>
          </a:p>
          <a:p>
            <a:r>
              <a:rPr lang="en-IN" b="1" dirty="0"/>
              <a:t>Logic:</a:t>
            </a:r>
          </a:p>
          <a:p>
            <a:r>
              <a:rPr lang="en-IN" b="1" dirty="0"/>
              <a:t>Vehicle Count</a:t>
            </a:r>
            <a:endParaRPr lang="en-IN" dirty="0"/>
          </a:p>
          <a:p>
            <a:r>
              <a:rPr lang="en-IN" dirty="0"/>
              <a:t>⬇</a:t>
            </a:r>
          </a:p>
          <a:p>
            <a:r>
              <a:rPr lang="en-IN" b="1" dirty="0"/>
              <a:t>Congestion Level</a:t>
            </a:r>
            <a:endParaRPr lang="en-IN" dirty="0"/>
          </a:p>
          <a:p>
            <a:r>
              <a:rPr lang="en-IN" dirty="0"/>
              <a:t>⬇</a:t>
            </a:r>
          </a:p>
          <a:p>
            <a:r>
              <a:rPr lang="en-IN" b="1" dirty="0"/>
              <a:t>Green-Light Duration</a:t>
            </a:r>
            <a:endParaRPr lang="en-IN" dirty="0"/>
          </a:p>
          <a:p>
            <a:r>
              <a:rPr lang="en-IN" b="1" dirty="0"/>
              <a:t>Example:</a:t>
            </a:r>
          </a:p>
          <a:p>
            <a:r>
              <a:rPr lang="en-IN" b="1" dirty="0"/>
              <a:t>LOW</a:t>
            </a:r>
            <a:r>
              <a:rPr lang="en-IN" dirty="0"/>
              <a:t> → 20 sec</a:t>
            </a:r>
            <a:br>
              <a:rPr lang="en-IN" dirty="0"/>
            </a:br>
            <a:r>
              <a:rPr lang="en-IN" b="1" dirty="0"/>
              <a:t>MEDIUM</a:t>
            </a:r>
            <a:r>
              <a:rPr lang="en-IN" dirty="0"/>
              <a:t> → 40 sec</a:t>
            </a:r>
            <a:br>
              <a:rPr lang="en-IN" dirty="0"/>
            </a:br>
            <a:r>
              <a:rPr lang="en-IN" b="1" dirty="0"/>
              <a:t>HIGH</a:t>
            </a:r>
            <a:r>
              <a:rPr lang="en-IN" dirty="0"/>
              <a:t> → 60 sec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8684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0FB3DA-3B0A-F122-FDC7-7405DD78F18E}"/>
              </a:ext>
            </a:extLst>
          </p:cNvPr>
          <p:cNvSpPr txBox="1"/>
          <p:nvPr/>
        </p:nvSpPr>
        <p:spPr>
          <a:xfrm>
            <a:off x="108155" y="226142"/>
            <a:ext cx="11670890" cy="86792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IN" b="1" dirty="0"/>
              <a:t>Advantages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AI-based vehicle detection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Adaptive response to simulated traffic demand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Combines computer vision and traffic simulation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Modular Python implementation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Provides measurable simulation results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Can be extended to real-time camera feeds</a:t>
            </a:r>
          </a:p>
          <a:p>
            <a:pPr lvl="0"/>
            <a:endParaRPr lang="en-IN" dirty="0"/>
          </a:p>
          <a:p>
            <a:r>
              <a:rPr lang="en-IN" b="1" dirty="0"/>
              <a:t>Conclusion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project demonstrates a practical prototype for adaptive traffic signal control.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YOLO11n is used for vehicle detection and vehicle counting.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Traffic conditions are classified into LOW, MEDIUM and HIGH.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Green-light duration is selected according to the detected traffic condition.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SUMO and </a:t>
            </a:r>
            <a:r>
              <a:rPr lang="en-IN" dirty="0" err="1"/>
              <a:t>TraCI</a:t>
            </a:r>
            <a:r>
              <a:rPr lang="en-IN" dirty="0"/>
              <a:t> are used to simulate and evaluate traffic-control behaviour.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 the implemented scenario, adaptive control reduced measured waiting time from </a:t>
            </a:r>
            <a:r>
              <a:rPr lang="en-IN" b="1" dirty="0"/>
              <a:t>2600 seconds to 2376 seconds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This represents a </a:t>
            </a:r>
            <a:r>
              <a:rPr lang="en-IN" b="1" dirty="0"/>
              <a:t>224-second / 8.62% reduction</a:t>
            </a:r>
            <a:r>
              <a:rPr lang="en-IN" dirty="0"/>
              <a:t> for the selected simulation scenario.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1985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080A4F-2405-7626-97EC-1636E95F0EE2}"/>
              </a:ext>
            </a:extLst>
          </p:cNvPr>
          <p:cNvSpPr txBox="1"/>
          <p:nvPr/>
        </p:nvSpPr>
        <p:spPr>
          <a:xfrm>
            <a:off x="1730477" y="1592825"/>
            <a:ext cx="85638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33947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711</Words>
  <Application>Microsoft Office PowerPoint</Application>
  <PresentationFormat>Widescreen</PresentationFormat>
  <Paragraphs>200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Algerian</vt:lpstr>
      <vt:lpstr>Aptos</vt:lpstr>
      <vt:lpstr>Aptos Display</vt:lpstr>
      <vt:lpstr>Arial</vt:lpstr>
      <vt:lpstr>Arial Black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Vedagiri.Vishnu Lavanya Supraja</dc:creator>
  <cp:lastModifiedBy>Vedagiri.Vishnu Lavanya Supraja</cp:lastModifiedBy>
  <cp:revision>1</cp:revision>
  <dcterms:created xsi:type="dcterms:W3CDTF">2026-10-04T10:45:18Z</dcterms:created>
  <dcterms:modified xsi:type="dcterms:W3CDTF">2026-10-04T12:48:46Z</dcterms:modified>
</cp:coreProperties>
</file>